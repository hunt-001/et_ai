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EdgeAI-OS: an orchestration platform, not a single app. Five PS8-named agents over a shared knowledge graph + vector store. All five now run real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pain: information fragmentation + the knowledge cliff. These are the numbers the PS8 brief leads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shape is deliberate: orchestrator + shared memory + KG + swappable agents. Reusable platform, configured for PS8.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card is green = real &amp; tested. The three that were stubbed (Maintenance, Compliance, Lessons Learned) are now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= real &amp; tested. The amber band is the key design decision that makes the Stage-1 → Stage-2 (OSDHack) move a one-line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actual outputs from the current build against the sample report. This is the spine of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PS8 evaluation-focus line has a concrete mechanism behind it. UX (dashboard) is the acknowledged next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Two-stage: Stage 1 hackathon (cloud OK) → Stage 2 OSDHack (local). If time is short: real docs → LLM on → record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 line from the PS8 brief, grounded by the fact that the prototype already does this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128016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-365760"/>
            <a:ext cx="2743200" cy="2743200"/>
          </a:xfrm>
          <a:prstGeom prst="ellipse">
            <a:avLst/>
          </a:prstGeom>
          <a:solidFill>
            <a:srgbClr val="2F8F5B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EdgeAI-OS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Platform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36576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asset &amp; operations brain — five specialized agents over one auto-updating knowledge graph.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knowledge that already exists, but can't be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lost searching for information that already exists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1188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per plant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linked to fragmented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8972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experienced industrial engineers retiring within a decade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Asset-intensive plants scatter engineering drawings, maintenance logs, safety procedures, inspection reports and regulatory submissions across separate systems. When experienced engineers retire, undocumented tribal knowledge leaves with them.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PS8 brief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an orchestration layer, not another silo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792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2157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task to the right agent(s)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938528"/>
            <a:ext cx="457200" cy="45720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1792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21579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+ long-term context across agents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30266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3924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entity linkage (networkx → Neo4j)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3172968"/>
            <a:ext cx="457200" cy="45720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0266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+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33924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embeddings, cited retrieval (ChromaDB)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4074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2611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Primary Agents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PS8-named capabilities — all real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4407408"/>
            <a:ext cx="457200" cy="457200"/>
          </a:xfrm>
          <a:prstGeom prst="ellipse">
            <a:avLst/>
          </a:prstGeom>
          <a:solidFill>
            <a:srgbClr val="54657A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2611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Supporting Agents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46268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forecasting, reporting, alerting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for PS8 today; the same platform re-targets to another enterprise use case by swapping agent configuration — not by a rewrite.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primary agents — all now running real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Document Ingestion &amp; Knowledge Graph — PDFs → entities → graph + vector index.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Knowledge Copilot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Q&amp;A with synthesized, source-cited answers and confidence scores.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Maintenance &amp; RCA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history + conditions into an explainable failure-risk score and cited root-cause narrative.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Compliance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Factory Act / OISD / PESO requirements to the corpus; flags gaps + builds evidence packages.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0632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Lessons Learned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611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the knowledge graph for recurring failure patterns; routes proactive warnings.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45720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709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09360" y="5440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(pytest)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80560" y="11430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·  Orchestrator + Memory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2F8F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579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148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docs→graph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21031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2F8F5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1579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487168"/>
            <a:ext cx="2148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0" y="21031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2F8F5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1579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2487168"/>
            <a:ext cx="2148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RCA+risk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2F8F5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21579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0" y="2487168"/>
            <a:ext cx="2148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gap+evidence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84080" y="210312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2F8F5B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21579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0" y="2487168"/>
            <a:ext cx="21488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1874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AGENTS (real)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3506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361188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3506E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212080" y="361188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3506E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98080" y="361188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3506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784080" y="361188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33506E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Planner/Vision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34015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AGENTS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E4D64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38144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E4D64"/>
          </a:solidFill>
          <a:ln/>
        </p:spPr>
      </p:sp>
      <p:sp>
        <p:nvSpPr>
          <p:cNvPr id="35" name="Text 33"/>
          <p:cNvSpPr/>
          <p:nvPr/>
        </p:nvSpPr>
        <p:spPr>
          <a:xfrm>
            <a:off x="3438144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(5 types)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36208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E4D64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(cross-doc)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034272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E4D64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(offline embed)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" y="44988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 (real pipeline)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F3DF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74243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→ local inference swap point: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" y="605332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model call inside ReasoningAgent changes — offline synthesis by default, cloud API for the demo, local Ollama for OSDHack. The rest of the platform is unaware which backend answered.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results on a sample maintenance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657600" cy="2834640"/>
          </a:xfrm>
          <a:prstGeom prst="roundRect">
            <a:avLst>
              <a:gd name="adj" fmla="val 3871"/>
            </a:avLst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P-101A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risk  0.90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18% over baseline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71°C vs 65°C normal range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at 100% of rated max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anomaly recurrence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8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expected but not evidenced: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norms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“…vibration on P-101A exceeded baseline by 18% [sample_report.pdf p.1]”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32918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its source document + page and a confidence score.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produced by the running pipeline (ingest → query → RCA → compliance → proactive warning), offline, with no external LLM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PS8's evaluation focus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09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PS8 criterion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7099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EdgeAI-OS addresses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881360" cy="749808"/>
          </a:xfrm>
          <a:prstGeom prst="rect">
            <a:avLst/>
          </a:prstGeom>
          <a:solidFill>
            <a:srgbClr val="EEF3F8"/>
          </a:solidFill>
          <a:ln w="9525">
            <a:solidFill>
              <a:srgbClr val="CBD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311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named entity types extracted; graph dedupes across documents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10881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809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answer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944368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synthesized answers with confidence — benchmark questions drafted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10881360" cy="749808"/>
          </a:xfrm>
          <a:prstGeom prst="rect">
            <a:avLst/>
          </a:prstGeom>
          <a:solidFill>
            <a:srgbClr val="EEF3F8"/>
          </a:solidFill>
          <a:ln w="9525">
            <a:solidFill>
              <a:srgbClr val="CB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307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linkage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69417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tag across documents resolves to one node; co-occurrence edges stored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52544"/>
            <a:ext cx="10881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 vs.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443984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cited retrieval vs. manual multi-system search (headline metric)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02352"/>
            <a:ext cx="10881360" cy="749808"/>
          </a:xfrm>
          <a:prstGeom prst="rect">
            <a:avLst/>
          </a:prstGeom>
          <a:solidFill>
            <a:srgbClr val="EEF3F8"/>
          </a:solidFill>
          <a:ln w="9525">
            <a:solidFill>
              <a:srgbClr val="CB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30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193792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Expected-vs-referenced frameworks + recorded deviations, with evidence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weights: Innovation 25% · Business Impact 25% · Technical Excellence 20% · Scalability 15% · UX 15%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primary agents real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synthesis (offline+LLM)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+ evidence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+ alerts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+ deck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tests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EF3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(highest value)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28600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industrial documents + re-tune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LLM synthesis for demo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(UX axis)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time-to-answer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demo video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EF3F8"/>
          </a:solidFill>
          <a:ln w="15875">
            <a:solidFill>
              <a:srgbClr val="546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28600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audit trail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graph (Neo4j) + memory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OSDHack: local Ollama runtime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fully-offline operation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(bonus)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937760"/>
            <a:ext cx="2743200" cy="2743200"/>
          </a:xfrm>
          <a:prstGeom prst="ellipse">
            <a:avLst/>
          </a:prstGeom>
          <a:solidFill>
            <a:srgbClr val="2F8F5B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collective knowledge queryable,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cited, and continuously updated.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EdgeAI-OS — five agents, one knowledge graph, working prototype today.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· Problem Statement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2026-07-12T13:11:48Z</dcterms:created>
  <dcterms:modified xsi:type="dcterms:W3CDTF">2026-07-12T13:11:48Z</dcterms:modified>
</cp:coreProperties>
</file>